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6368" y="868680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142542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536192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07111F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2148840"/>
            <a:ext cx="1005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BE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078992"/>
            <a:ext cx="5852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Health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System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C9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Presentation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8096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" y="4709160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" y="5285232"/>
            <a:ext cx="5669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MERN based healthcare platform with AI symptom analysis, appointment booking, secure payments, chat, and WebRTC video consultation.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single digital workflow for smarter healthcare access.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83080"/>
            <a:ext cx="54864" cy="16002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9384"/>
            <a:ext cx="289864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898648" cy="987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patients to register, describe symptoms, book appointments, pay fees, chat, and join consultation rooms from one interface.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783080"/>
            <a:ext cx="54864" cy="16002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29384"/>
            <a:ext cx="289864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operations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2898648" cy="987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doctors a dashboard to manage appointments, patient details, reports, messages, and live video consultations.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75320" y="178308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783080"/>
            <a:ext cx="54864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929384"/>
            <a:ext cx="289864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assisted triage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286000"/>
            <a:ext cx="2898648" cy="987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symptom inputs to provide likely conditions, urgency level, and next-step guidance before consultation.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578608" y="3913632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3913632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4059936"/>
            <a:ext cx="289864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consultation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61488" y="4416552"/>
            <a:ext cx="289864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low-latency communication using Socket.io signaling, chat delivery, and WebRTC media streams.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00800" y="3913632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913632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059936"/>
            <a:ext cx="289864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transactions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416552"/>
            <a:ext cx="289864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session APIs using JWT and connect appointment fees through Razorpay payment flow.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system combines health analysis and consultation into one web platform.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5349240" cy="3136392"/>
          </a:xfrm>
          <a:prstGeom prst="roundRect">
            <a:avLst>
              <a:gd name="adj" fmla="val 1749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560320"/>
            <a:ext cx="4617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Health Analysis System is a web application that connects patients and doctors through appointment booking, AI symptom analysis, realtime chat, secure authentication, online payment, and browser-based video consultation. The project reduces manual coordination and improves the speed of clinical communication.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0" y="2103120"/>
            <a:ext cx="73152" cy="7315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993392"/>
            <a:ext cx="3977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MERN full-stack implementation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2615184"/>
            <a:ext cx="73152" cy="7315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505456"/>
            <a:ext cx="3977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based secured API access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0" y="3127248"/>
            <a:ext cx="73152" cy="7315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 chat and WebRTC signaling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0" y="3639312"/>
            <a:ext cx="73152" cy="7315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529584"/>
            <a:ext cx="3977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document database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consultation flow is fragmented across manual steps.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8096" y="25603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visits hospital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50592" y="3072384"/>
            <a:ext cx="420624" cy="320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807208" y="3022092"/>
            <a:ext cx="109728" cy="128016"/>
          </a:xfrm>
          <a:prstGeom prst="triangl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5603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Reception records details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45152" y="3072384"/>
            <a:ext cx="420624" cy="320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5001768" y="3022092"/>
            <a:ext cx="109728" cy="128016"/>
          </a:xfrm>
          <a:prstGeom prst="triangl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57216" y="25603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checks queue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39712" y="3072384"/>
            <a:ext cx="420624" cy="320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7196328" y="3022092"/>
            <a:ext cx="109728" cy="128016"/>
          </a:xfrm>
          <a:prstGeom prst="triangl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776" y="25603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consultation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34272" y="3072384"/>
            <a:ext cx="420624" cy="3200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9390888" y="3022092"/>
            <a:ext cx="109728" cy="128016"/>
          </a:xfrm>
          <a:prstGeom prst="triangl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46336" y="25603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56064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Payment/report follow-up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34440" y="4480560"/>
            <a:ext cx="9326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is scattered between phone calls, physical registers, manual payment confirmation, and separate messaging channels.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GAP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and disconnected systems slow down care delivery.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938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response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80720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wait for availability confirmation and consultation updates.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83080"/>
            <a:ext cx="54864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92938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early triage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280720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 are not analyzed before doctor interaction, increasing uncertainty.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783080"/>
            <a:ext cx="54864" cy="141732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2938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continuity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286000"/>
            <a:ext cx="280720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history, appointments, reports, and payments are not connected.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651760" y="388620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388620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03250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remote care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4389120"/>
            <a:ext cx="280720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consultation may rely on external tools without hospital context.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00800" y="388620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886200"/>
            <a:ext cx="54864" cy="141732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03250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risk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389120"/>
            <a:ext cx="2807208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Unstructured communication can expose private health information.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proposed platform integrates the full digital consultation lifecycle.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1627632" cy="411480"/>
          </a:xfrm>
          <a:prstGeom prst="roundRect">
            <a:avLst>
              <a:gd name="adj" fmla="val 13333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441448"/>
            <a:ext cx="14813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portal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2523744"/>
            <a:ext cx="67665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3191256" y="2473452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331720"/>
            <a:ext cx="1993392" cy="411480"/>
          </a:xfrm>
          <a:prstGeom prst="roundRect">
            <a:avLst>
              <a:gd name="adj" fmla="val 13333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441448"/>
            <a:ext cx="184708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symptom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31536" y="2523744"/>
            <a:ext cx="67665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6044184" y="2473452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23317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441448"/>
            <a:ext cx="19568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booking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523744"/>
            <a:ext cx="67665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9025128" y="2473452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2331720"/>
            <a:ext cx="1810512" cy="411480"/>
          </a:xfrm>
          <a:prstGeom prst="roundRect">
            <a:avLst>
              <a:gd name="adj" fmla="val 13333"/>
            </a:avLst>
          </a:prstGeom>
          <a:solidFill>
            <a:srgbClr val="0B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441448"/>
            <a:ext cx="166420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47672" y="3749040"/>
            <a:ext cx="8275320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041648"/>
            <a:ext cx="7726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layer: Socket.io chat, WebRTC video consultation, consultation status updates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07792" y="4937760"/>
            <a:ext cx="6382512" cy="685800"/>
          </a:xfrm>
          <a:prstGeom prst="roundRect">
            <a:avLst>
              <a:gd name="adj" fmla="val 8000"/>
            </a:avLst>
          </a:prstGeom>
          <a:solidFill>
            <a:srgbClr val="142542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5184648"/>
            <a:ext cx="58978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platform services: JWT authentication, MongoDB records, Razorpay payments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integrated platform improves access, speed, and continuity.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8096" y="17373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37360"/>
            <a:ext cx="54864" cy="1298448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836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2402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can book and join consultation online.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89704" y="17373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1737360"/>
            <a:ext cx="54864" cy="1298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8836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triage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2402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symptom analysis guides urgency and preparation.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11312" y="17373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737360"/>
            <a:ext cx="54864" cy="129844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8836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records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Appointments, chats, reports, and payments stay linked.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68096" y="35661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566160"/>
            <a:ext cx="54864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7124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care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" y="40690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WebRTC video avoids external call tools.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489704" y="35661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9704" y="3566160"/>
            <a:ext cx="54864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37124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workflow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2584" y="40690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based access and role separation protect APIs.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11312" y="3566160"/>
            <a:ext cx="3154680" cy="1298448"/>
          </a:xfrm>
          <a:prstGeom prst="roundRect">
            <a:avLst>
              <a:gd name="adj" fmla="val 4225"/>
            </a:avLst>
          </a:prstGeom>
          <a:solidFill>
            <a:srgbClr val="0F1D33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11312" y="3566160"/>
            <a:ext cx="54864" cy="1298448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3712464"/>
            <a:ext cx="280720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stack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94192" y="4069080"/>
            <a:ext cx="280720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React, Node.js, Express, and MongoDB support modular growth.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layered MERN architecture connects UI, APIs, realtime services, and data.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13232" y="187452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179222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React.js Frontend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and Doctor UI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17520" y="2359152"/>
            <a:ext cx="85953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3813048" y="2308860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96512" y="150876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42542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737360"/>
            <a:ext cx="202996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REST APIs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booking, reports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96512" y="267004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425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907792"/>
            <a:ext cx="202996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 Server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and signaling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93408" y="1847088"/>
            <a:ext cx="85953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7488936" y="1796796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3408" y="3017520"/>
            <a:ext cx="859536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7488936" y="296722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225296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1463040"/>
            <a:ext cx="19659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doctors, appointments, messages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772400" y="24688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B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2724912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order and verification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772400" y="37033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3950208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WebRTC Media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Peer-to-peer audio/video streams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417320" y="5257800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protects API access. Socket.io exchanges offers, answers, ICE candidates, chat messages, and consultation events.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technology maps to a specific platform responsibility.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700784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00784"/>
            <a:ext cx="3429000" cy="5486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65376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194560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based frontend for patient dashboard, doctor dashboard, booking, chat, and consultation screens.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700784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00784"/>
            <a:ext cx="3429000" cy="5486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865376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Express.js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2194560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runtime and REST APIs for authentication, appointments, doctors, reports, payments, and consultation history.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00784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700784"/>
            <a:ext cx="3429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865376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2194560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database for users, appointments, messages, consultations, reports, payments, and doctor profiles.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4564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56432"/>
            <a:ext cx="3429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621024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950208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events for chat, typing, read receipts, consultation join/leave, and WebRTC signaling.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4564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456432"/>
            <a:ext cx="3429000" cy="54864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621024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WebRTC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53712" y="3950208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media connection for remote video, local preview, ICE exchange, and peer audio/video streams.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34564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0B1628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456432"/>
            <a:ext cx="3429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3621024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+ Razorpay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11312" y="3950208"/>
            <a:ext cx="309981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secures role-based API access; Razorpay supports appointment fee payment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core modules compose the Smart Health Analysis System.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956048" y="27432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42542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2990088"/>
            <a:ext cx="168249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Health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System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325880" y="1627632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Module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1627632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Module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4315968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590288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Symptom Analysis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56048" y="4736592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5010912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Consultation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75320" y="4315968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0B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4590288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Booking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03120" y="5806440"/>
            <a:ext cx="8001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platform services: Authentication, database, payments, chat events, report storage, and role-based navigation.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Patients can move from symptoms to consultation without leaving the platform.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94944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3154680"/>
            <a:ext cx="29260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404872" y="31043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5456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symptoms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86784" y="3154680"/>
            <a:ext cx="29260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4215384" y="31043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doctor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97296" y="3154680"/>
            <a:ext cx="29260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025896" y="31043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fee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07808" y="3154680"/>
            <a:ext cx="29260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7836408" y="31043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or video consult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18320" y="3154680"/>
            <a:ext cx="29260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9646920" y="31043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47504" y="2743200"/>
            <a:ext cx="1426464" cy="859536"/>
          </a:xfrm>
          <a:prstGeom prst="roundRect">
            <a:avLst>
              <a:gd name="adj" fmla="val 6383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6376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5296" y="4572000"/>
            <a:ext cx="9738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features include profile access, appointment tracking, consultation room entry, message sending, symptom checker use, and payment status follow-up.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doctor workspace centralizes appointment and consultation management.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4480560" cy="3136392"/>
          </a:xfrm>
          <a:prstGeom prst="roundRect">
            <a:avLst>
              <a:gd name="adj" fmla="val 1749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21408"/>
            <a:ext cx="36576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69848" y="2852928"/>
            <a:ext cx="73152" cy="7315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743200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accepted and pending appointments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69848" y="3273552"/>
            <a:ext cx="73152" cy="7315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163824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or join video consultation rooms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69848" y="3694176"/>
            <a:ext cx="73152" cy="7315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584448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patient details and consultation chat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69848" y="4114800"/>
            <a:ext cx="73152" cy="7315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005072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reports and medical notes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" y="4535424"/>
            <a:ext cx="73152" cy="7315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4425696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availability and consultation fee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65392" y="1783080"/>
            <a:ext cx="4005072" cy="3136392"/>
          </a:xfrm>
          <a:prstGeom prst="roundRect">
            <a:avLst>
              <a:gd name="adj" fmla="val 1749"/>
            </a:avLst>
          </a:prstGeom>
          <a:solidFill>
            <a:srgbClr val="142542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240280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result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2907792"/>
            <a:ext cx="31546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actions are connected to the same appointment, patient, payment, message, and report records, reducing context switching during consultation.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SYMPTOM ANALYSIS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Symptom input becomes structured triage guidance for consultation preparation.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0976" y="246888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697480"/>
            <a:ext cx="17556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 input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33856" y="304495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enters fever, pain, duration, severity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108960" y="3090672"/>
            <a:ext cx="420624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465576" y="3040380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1024" y="246888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2697480"/>
            <a:ext cx="17556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engine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03904" y="304495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Rules/model evaluates symptom combinations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779008" y="3090672"/>
            <a:ext cx="420624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135624" y="3040380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46888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697480"/>
            <a:ext cx="17556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output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73952" y="304495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condition, urgency, and suggested next action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449056" y="3090672"/>
            <a:ext cx="420624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8805672" y="3040380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46888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2697480"/>
            <a:ext cx="17556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context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0" y="3044952"/>
            <a:ext cx="1737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starts with patient-reported details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755648" y="4709160"/>
            <a:ext cx="8686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does not replace doctors. It assists early guidance and helps patients choose appropriate consultation urgency.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CONSULTATION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Socket.io handles signaling while WebRTC carries the media stream.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41248" y="23317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Browser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preview + remote video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10912" y="1810512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425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/ answer / ICE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10912" y="3493008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42542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3767328"/>
            <a:ext cx="175564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WebRTC PeerConnection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+ video stream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44000" y="233172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Browser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patient + self preview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154680" y="2212848"/>
            <a:ext cx="1700784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4791456" y="2162556"/>
            <a:ext cx="109728" cy="128016"/>
          </a:xfrm>
          <a:prstGeom prst="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2212848"/>
            <a:ext cx="1664208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8933688" y="2162556"/>
            <a:ext cx="109728" cy="128016"/>
          </a:xfrm>
          <a:prstGeom prst="triangl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3931920"/>
            <a:ext cx="1700784" cy="3200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4791456" y="3881628"/>
            <a:ext cx="109728" cy="128016"/>
          </a:xfrm>
          <a:prstGeom prst="triangl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3931920"/>
            <a:ext cx="1664208" cy="3200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8933688" y="3881628"/>
            <a:ext cx="109728" cy="128016"/>
          </a:xfrm>
          <a:prstGeom prst="triangl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074920"/>
            <a:ext cx="9372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layout: remoteVideoRef renders only the large remote stream; localVideoRef renders only the small top-right self preview.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BOOKING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Booking connects doctor selection, scheduling, payment, and consultation room access.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51560" y="1783080"/>
            <a:ext cx="2468880" cy="621792"/>
          </a:xfrm>
          <a:prstGeom prst="roundRect">
            <a:avLst>
              <a:gd name="adj" fmla="val 882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Select doctor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712464" y="2075688"/>
            <a:ext cx="84124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4489704" y="2025396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783080"/>
            <a:ext cx="5715000" cy="621792"/>
          </a:xfrm>
          <a:prstGeom prst="roundRect">
            <a:avLst>
              <a:gd name="adj" fmla="val 8824"/>
            </a:avLst>
          </a:prstGeom>
          <a:solidFill>
            <a:srgbClr val="142542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984248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filters by specialization and availability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2779776"/>
            <a:ext cx="2468880" cy="621792"/>
          </a:xfrm>
          <a:prstGeom prst="roundRect">
            <a:avLst>
              <a:gd name="adj" fmla="val 8824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980944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appointment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12464" y="3072384"/>
            <a:ext cx="84124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4489704" y="3022092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779776"/>
            <a:ext cx="5715000" cy="621792"/>
          </a:xfrm>
          <a:prstGeom prst="roundRect">
            <a:avLst>
              <a:gd name="adj" fmla="val 8824"/>
            </a:avLst>
          </a:prstGeom>
          <a:solidFill>
            <a:srgbClr val="142542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980944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stores appointment status and links patient/doctor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3776472"/>
            <a:ext cx="2468880" cy="621792"/>
          </a:xfrm>
          <a:prstGeom prst="roundRect">
            <a:avLst>
              <a:gd name="adj" fmla="val 882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Process payment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712464" y="4069080"/>
            <a:ext cx="84124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4489704" y="4018788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776472"/>
            <a:ext cx="5715000" cy="621792"/>
          </a:xfrm>
          <a:prstGeom prst="roundRect">
            <a:avLst>
              <a:gd name="adj" fmla="val 8824"/>
            </a:avLst>
          </a:prstGeom>
          <a:solidFill>
            <a:srgbClr val="142542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977640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supports fee collection and payment status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51560" y="4773168"/>
            <a:ext cx="2468880" cy="621792"/>
          </a:xfrm>
          <a:prstGeom prst="roundRect">
            <a:avLst>
              <a:gd name="adj" fmla="val 8824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4974336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Start consultation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712464" y="5065776"/>
            <a:ext cx="841248" cy="32004"/>
          </a:xfrm>
          <a:prstGeom prst="rect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4489704" y="5015484"/>
            <a:ext cx="109728" cy="128016"/>
          </a:xfrm>
          <a:prstGeom prst="triangle">
            <a:avLst/>
          </a:prstGeom>
          <a:solidFill>
            <a:srgbClr val="2F4564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4773168"/>
            <a:ext cx="5715000" cy="621792"/>
          </a:xfrm>
          <a:prstGeom prst="roundRect">
            <a:avLst>
              <a:gd name="adj" fmla="val 8824"/>
            </a:avLst>
          </a:prstGeom>
          <a:solidFill>
            <a:srgbClr val="142542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974336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accepts/starts room; patient joins video consultation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collections are organized around users, care events, and communication.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8096" y="166420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19456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name, email, passwordHash, profile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809744" y="166420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74336" y="219456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specialization, fee, availability, rating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339328" y="166420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219456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patientId, doctorId, date, status, paymentStatus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1143000" y="385876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7592" y="438912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roomId, appointmentId, participants, status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809744" y="385876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74336" y="438912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roomId, senderId, message, read/delivered flags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339328" y="3858768"/>
            <a:ext cx="2852928" cy="1143000"/>
          </a:xfrm>
          <a:prstGeom prst="roundRect">
            <a:avLst>
              <a:gd name="adj" fmla="val 4800"/>
            </a:avLst>
          </a:prstGeom>
          <a:solidFill>
            <a:srgbClr val="0B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/ Payments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4389120"/>
            <a:ext cx="239572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appointmentId, diagnosis, notes, razorpayId, amount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719072" y="5815584"/>
            <a:ext cx="87599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are maintained through document IDs such as patientId, doctorId, appointmentId, roomId, and senderId.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real application screens to demonstrate implemented workflows.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8096" y="1645920"/>
            <a:ext cx="2852928" cy="1627632"/>
          </a:xfrm>
          <a:prstGeom prst="roundRect">
            <a:avLst>
              <a:gd name="adj" fmla="val 3371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828800"/>
            <a:ext cx="2505456" cy="950976"/>
          </a:xfrm>
          <a:prstGeom prst="roundRect">
            <a:avLst>
              <a:gd name="adj" fmla="val 5769"/>
            </a:avLst>
          </a:prstGeom>
          <a:solidFill>
            <a:srgbClr val="07111F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212848"/>
            <a:ext cx="190195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907792"/>
            <a:ext cx="25054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Dashboard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2852928" cy="1627632"/>
          </a:xfrm>
          <a:prstGeom prst="roundRect">
            <a:avLst>
              <a:gd name="adj" fmla="val 3371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1828800"/>
            <a:ext cx="2505456" cy="950976"/>
          </a:xfrm>
          <a:prstGeom prst="roundRect">
            <a:avLst>
              <a:gd name="adj" fmla="val 5769"/>
            </a:avLst>
          </a:prstGeom>
          <a:solidFill>
            <a:srgbClr val="07111F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212848"/>
            <a:ext cx="190195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907792"/>
            <a:ext cx="25054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Dashboard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75904" y="1645920"/>
            <a:ext cx="2852928" cy="1627632"/>
          </a:xfrm>
          <a:prstGeom prst="roundRect">
            <a:avLst>
              <a:gd name="adj" fmla="val 3371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1828800"/>
            <a:ext cx="2505456" cy="950976"/>
          </a:xfrm>
          <a:prstGeom prst="roundRect">
            <a:avLst>
              <a:gd name="adj" fmla="val 5769"/>
            </a:avLst>
          </a:prstGeom>
          <a:solidFill>
            <a:srgbClr val="07111F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2212848"/>
            <a:ext cx="190195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2907792"/>
            <a:ext cx="25054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Consultation + Chat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670048" y="3977640"/>
            <a:ext cx="2852928" cy="1627632"/>
          </a:xfrm>
          <a:prstGeom prst="roundRect">
            <a:avLst>
              <a:gd name="adj" fmla="val 3371"/>
            </a:avLst>
          </a:prstGeom>
          <a:solidFill>
            <a:srgbClr val="0B162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43784" y="4160520"/>
            <a:ext cx="2505456" cy="950976"/>
          </a:xfrm>
          <a:prstGeom prst="roundRect">
            <a:avLst>
              <a:gd name="adj" fmla="val 5769"/>
            </a:avLst>
          </a:prstGeom>
          <a:solidFill>
            <a:srgbClr val="07111F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4544568"/>
            <a:ext cx="190195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43784" y="5239512"/>
            <a:ext cx="25054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Booking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73952" y="3977640"/>
            <a:ext cx="2852928" cy="1627632"/>
          </a:xfrm>
          <a:prstGeom prst="roundRect">
            <a:avLst>
              <a:gd name="adj" fmla="val 3371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4160520"/>
            <a:ext cx="2505456" cy="950976"/>
          </a:xfrm>
          <a:prstGeom prst="roundRect">
            <a:avLst>
              <a:gd name="adj" fmla="val 5769"/>
            </a:avLst>
          </a:prstGeom>
          <a:solidFill>
            <a:srgbClr val="07111F"/>
          </a:solidFill>
          <a:ln w="12700">
            <a:solidFill>
              <a:srgbClr val="2F45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544568"/>
            <a:ext cx="190195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47688" y="5239512"/>
            <a:ext cx="25054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Symptom Checker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446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MCA Project | Smart Health Analysis System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56848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BE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CONCLUSION, FUTURE ENHANCEMENT &amp; REFERENCES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412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validates a complete digital care workflow and can grow further.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67512" y="1645920"/>
            <a:ext cx="3337560" cy="3703320"/>
          </a:xfrm>
          <a:prstGeom prst="roundRect">
            <a:avLst>
              <a:gd name="adj" fmla="val 1644"/>
            </a:avLst>
          </a:prstGeom>
          <a:solidFill>
            <a:srgbClr val="0B1628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2450592"/>
            <a:ext cx="26974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Authentication and role access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Appointment create/update flow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Chat message delivery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WebRTC connection and controls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Payment status handling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Database CRUD operations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337560" cy="3703320"/>
          </a:xfrm>
          <a:prstGeom prst="roundRect">
            <a:avLst>
              <a:gd name="adj" fmla="val 1644"/>
            </a:avLst>
          </a:prstGeom>
          <a:solidFill>
            <a:srgbClr val="142542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8304" y="2560320"/>
            <a:ext cx="2670048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Health Analysis System demonstrates how AI assistance, secure APIs, realtime communication, and structured medical workflows can be combined into one practical healthcare platform.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337560" cy="3703320"/>
          </a:xfrm>
          <a:prstGeom prst="roundRect">
            <a:avLst>
              <a:gd name="adj" fmla="val 1644"/>
            </a:avLst>
          </a:prstGeom>
          <a:solidFill>
            <a:srgbClr val="0B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+ References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67344" y="2395728"/>
            <a:ext cx="2679192" cy="2176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e-prescription, lab report upload, analytics, notifications, multi-doctor scheduling, improved AI model.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React.js, Node.js, Express.js, MongoDB, Socket.io, WebRTC, JWT, Razorpay documentation.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College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Health Analysis System</dc:title>
  <dc:subject>Smart Health Analysis System MCA Project</dc:subject>
  <dc:creator>Codex</dc:creator>
  <cp:lastModifiedBy>Codex</cp:lastModifiedBy>
  <cp:revision>1</cp:revision>
  <dcterms:created xsi:type="dcterms:W3CDTF">2026-06-22T21:07:19Z</dcterms:created>
  <dcterms:modified xsi:type="dcterms:W3CDTF">2026-06-22T21:07:19Z</dcterms:modified>
</cp:coreProperties>
</file>